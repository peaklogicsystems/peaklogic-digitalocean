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MooreVIEW is the desktop/PC product fork from the est embedded tree. One npm start launches everything — no separate SCADA server and 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modules: TagStore, DriverManager, ScanEngine, GraphHistory. Optional MongoDB for long-term historian archive and PdM edge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Node.js 18+ required. On embedded Linux with plugin drivers, build native HAL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 = two-space indent; Ctrl+S saves. Unsaved edits are protected from polling overwrite.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ScanEngine in src/runtime/scanEngine.js orchestrates each cycle. Overrun stats tracked when cycle exceeds scan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 in Historian or Report with Source = PdM (SCADA + Edge). Pens include HEALTH_IDX, EDGE_SCORE, and mapped SCADA tag averages.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wiring and register maps in in-app Help → Device guides (F1).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Recommended: keep Program and Tags windows open together during commissioning.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Questions welcome — explore the live app at http://127.0.0.1:3090 after npm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B4A"/>
                </a:solidFill>
              </a:defRPr>
            </a:pPr>
            <a:r>
              <a:t>MooreVIEW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PC HMI &amp; SCADA Suite</a:t>
            </a:r>
            <a:br/>
            <a:r>
              <a:t>All-in-one ST programming, runtime, historian, alarms, and operator 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MooreVIEW MVP Suite  ·  est-pc  ·  v2.3.7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MooreVIEW?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Single-page industrial automation app — browser UI + Node.js server in one process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Integrated dashboard: ST editor, tag database, I/O drivers, HMI composer, historian, alarms, Parc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Targets Windows and Linux PCs (MVP Suite); portable .est project files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Live data via HTTP polling (~800 ms) — GET /api/dashboard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Press F1 for in-app help; contextual Help buttons on every tool window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server.js — Express boot, scan engine, API routes, static assets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src/ — engine (ST parser/executor), runtime (scan cycle), drivers, HMI, PdM, Parc, reports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views/dashboard.ejs — integrated UI shell; public/js/ — client polling &amp; HMI rendering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st/ — Structured Text programs (.st) and demo fixtures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data/ — runtime persistence (tags, drivers, settings, projects)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Scan loop: read drivers → execute ST → update timers/counters/PID → write outputs → sample historian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cd est-pc  (or mooreview-mvp-suite distributable copy)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npm install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npm start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Open http://127.0.0.1:3090  (default PORT=3090)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npm run green — full unit test suite before release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npm run build-native — Linux HAL native addon (embedded boards only)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Main Screen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Top bar — MooreVIEW brand, Project menu, Tools menu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Project ▾ — Status, System setup, New/Open/Save project, Save workspace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Tools ▾ — Program, Tags, Alarms, Drivers, Historian, Report, Help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Main workspace — live HMI operator display (composed tiles, multi-screen nav)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Floating tool windows — draggable, resizable, Front/Back stacking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Modal popups — Drivers, Report, System setup, Help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Projects &amp;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Open project — load full .est / JSON bundle (tags, drivers, program)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Save project — download portable project file (format: mooreview-est v1)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Save workspace — server-side copy to data/workspace.est.json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Project snapshots stored under data/projects/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Legacy import: tags-only JSON or bundle without format field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Always verify tag count after opening a project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 Program Editor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Edit Structured Text programs under st/ — logic/, modbus/, mqtt/ libraries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Toolbar: New, Open, Import, Save, Load fixtures, Create tags from program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Validate — parse ST and verify tag names exist in database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Load for runtime — validate and load into scan engine without saving to disk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Remote mode — deploy ST to Arduino Opta via opta_remote HTTP driver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Live trace overlay while running: ✓/✗ on BOOL conditions, red outputs when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 Language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IEC 61131-3 inspired Structured Text — BOOL, INT, REAL, timers, counters, PID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Function blocks: TMR (timers), CTR (counters), PID loops, AVG (averagers)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Actions: TurnON/TurnOFF, SetInt, SetReal, SetArray, PID wiring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Sample programs: motor HOA, TPO irrigation, Modbus I/O, MQTT telemetry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Load fixtures — replace all tags/drivers with st/fixtures/ demo bundles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Create tags from program — add missing tag ids without overwriting existing tags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Runtime &amp; Scan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Start — runs scan loop at scanMs (default 100 ms, configurable in System setup)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Local mode: read drivers → execute ST on PC → update FBs → write dirty outputs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Remote mode: deploy ST to Opta, scan cycles on device, poll values back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Pause — freeze scan; Resume continues; forces persist across Pause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Stop — halt loop; last values remain visible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Project → Status — runtime state, serial/Modbus health, tag count, validity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Up to 1024 named variables shared by ST program, drivers, and HMI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Roles: input (from driver), output (to driver), memory (internal), fb (function blocks)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Types: BOOL, INT, REAL, TIMER, COUNTER, PID, AVG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Each I/O tag: Driver id, Link (Modbus/MQTT/HTTPS/Simulator), Addr (register/topic/URL)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Labels — display-only names for HMI; ST always uses raw Tag id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32-bit arrays: Bits=32, array length &gt;1, Modbus FC3 read / FC16 write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Scaling, Alarms &amp; Force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Scaling (INT/REAL): engineering = raw × scale + offset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Alarms on Tags table — Alm checkbox + limits (OL/IL/IH/OH for analog; When ON/OFF for BOOL)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Force I/O — override values in Tags table (Force + Force val columns)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input force — skip driver read; output/memory force — override logic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Forced rows highlight yellow with F badge; Clear forces releases all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Open Program + Tags together for commissioning with live trace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Drivers &amp;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mock — simulation (no hardware)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hal — built-in I/O abstraction (DI/DO/AI/AO/CNT pins; Linux native plugins)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modbus_rtu / modbus_tcp / modbus_bridge — field bus I/O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mqtt — broker subscribe/publish per tag topic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https — REST GET/POST with payload templates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serial, native_so, opta_remote — advanced / remote execution profiles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Modbus &amp; Device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Tag addresses: HR:n, IR:n, DI:n, CO:n (optional per-tag slave override)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Device templates — one-click driver + tag creation from src/devices/templates/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Templates hot-reload without server restart; auto-increment slave address per apply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One modbus_rtu driver per COM port; Refresh ports rescans USB serial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Drivers → Modbus RTU ↔ TCP — commissioning tool for register block copies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Supported templates: Waveshare, Datexel, S::CAN, DFRobot, JXCT, Seeed, Arduino Opta, 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MQTT, HTTPS &amp; Parc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MQTT driver — broker URL, auto-subscribe mapped topics, publish dirty outputs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HTTPS driver — base URL, poll interval, bearer token, per-tag path + template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Payload templates: bool, number, raw, json:field, json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MQTT Parc — Arduino Opta telemetry hub; sync tags from device report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Firmware under firmware/arduino-opta-mqtt-st/ for edge ST + MQTT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Edge AI payloads (edgeAi) logged to MongoDB for PdM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Active alarm list — floating Alarms window from top bar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Configured entirely in Tags table — no separate alarm editor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INT/REAL: five states (Outer low → Inner low → Normal → Inner high → Outer high)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BOOL: alarm when ON or when OFF (operator-selectable condition)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Per-row Ack; Ack all; Show/hide acknowledged; badge on Alarms tab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Runtime must be Started for live alarm state updates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Historian &amp; Trending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Floating Historian window — up to 32 pens, BOOL plots as 0/1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Live buffer — in-memory samples during runtime (default 600 points/pen)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MongoDB archive — long-term pen_sample documents (optional)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PdM view — combined SCADA + edge AI trends per asset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Time axis with presets (1 h – 30 d) or custom From/To range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Historian → Configuration — pen colors, scale/offset, Y min/max, Auto 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MongoDB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System setup → Logging — URI, database, SCADA + Edge AI collections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Sample interval (default 5000 ms) while runtime runs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Document types: pen_sample, pen_selection, edge_inference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Seed 90-day demo data — 4 digital + 6 analog tags for archive testing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Purge range or purge all archive documents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Env vars: MONGODB_URI, MONGODB_DB, MONGODB_COLLECTION, MONGODB_SAMPLE_MS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Reports &amp; PDF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Report tool — export from live buffer, MongoDB archive, or PdM view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Download PDF — server-generated with chart, pen table, statistics (pdfkit)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Export CSV — timestamp + values per pen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Export PdM CSV — feature-window series when PdM source loaded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PDF layout sections — title, company, orientation, failure forecast (PdM)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Print preview — browser print dialog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PdM — Predictive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Combines SCADA historian tags with edge AI inference for health trending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System setup → PdM — asset → SCADA tag map, window size, failure threshold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Feature windows aligned from MongoDB SCADA + edge_inference collections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Health index = 1 − max(edge score); failure forecast banner with RUL estimate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Nightly batch scheduler rebuilds features for all mapped assets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Motor start simulation — 90-day degrading demo for asset motor-202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HMI — Live Operator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Main-page HMI panel — composed tiles without grid lines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Tag-driven colors, text, rotation, trends update each scan cycle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Multi-screen navigation bar when 2+ screens configured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Starting HMI screen — System setup → General (hmi.activeScreen)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Setup… opens composer; Reload screen refreshes live view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Symbol library: SVG, PNG, GIF, composites under public/hmi/svg/library/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HMI Composer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Vertical section menu + large Screen grid for editing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Sections: Screen, Symbols, Object type, Recently used, Project layout, Display size, Bindings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Place symbols — click or drag onto grid cells; Z layers 0–4 (stack up to 5 per cell)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Col/row span for oversized graphics; 8×8 default grid at 128×100 px cells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Object types: static image/text, dynamic image/text, navigation button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Apply HMI settings — saves layout and bindings to data/settings.json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HMI Bindings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Connect tag values to SVG element properties per screen/cell/layer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Properties: fill, stroke, text, rotation, trend, visibility, opacity, fill5, state3, fill8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Test values in composer — per-row Test + Test screen preview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Live HMI uses real scan-cycle values, not composer test values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Text formats: int, fixed0–4, state3 (HOA), state5 (motor), tpoSta, hhmm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Click-to-edit on composite faceplates (TPO schedule, HOA, offline toggles)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Gauges, Strip Charts &amp; Composites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Analog gauges — dial background (Z0) + needle (Z1) with rotation binding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Composites — one placement adds layers + default bindings (gauge_analog, motor_hoa, tpo_daily, pid_loop_standard)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Strip chart — up to 8 pens (trend_pen1…8), Y-axis scale, tag OL/OH scaling, hover crosshair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Gauge column — up to 8 columns (gauge_col1…8), fill height by tag value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Motor HOA faceplate — status lamp, HOA switch, START/STOP/RESET, run hours meter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PID faceplate — PV/SP/OUT readouts + built-in 3-pen strip chart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Controls: Push Buttons, Pilots &amp; HOA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Push buttons — momentary (active while pressed) or latched (toggle on click)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Pilot lights — simple BOOL (fill on/off colors) or complex 5-state INT (Off/On/Warn/Fault/Offline)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HOA switch — INT 0=Auto, 1=Off, 2=Hand; click-to-cycle on live HMI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Navigation buttons — jump between screens; Add page buttons (bottom row, Z4)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Canonical symbols: push_button_*.svg, pilot_light_*.svg in Controls library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Color palettes configurable per symbol in Object type panels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Project → System setup… — persisted to data/settings.json on Apply all settings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General — project name, active ST program, scan interval, starting HMI screen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Hardware — default serial port, baud, Modbus slave, device template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Logging — MongoDB connection, sample interval, demo seed, archive purge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PdM — asset map, feature windows, nightly batch, motor simulation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HMI — summary + Open HMI composer; Projects — snapshot management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Storage &amp; File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data/tags.json — tag database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data/drivers.json — driver configurations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data/settings.json — scan rate, HMI layout, historian pens, PdM, MongoDB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data/projects/ — saved project snapshots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st/*.st — Structured Text programs; st/fixtures/ — demo tag/driver bundles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MOOREVIEW_DATA env var overrides default ./data directory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Supported Hardware (Brief)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Waveshare Modbus RTU 8 DI / 8 DO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Datexel DAT10148 — 16 DI Modbus RTU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S::CAN spectro::lyser and con::cube — water quality Modbus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DFRobot RS485 probes — EC, ORP, turbidity, chlorine, ammonia/pH, dissolved O₂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JXCT soil 7-in-1, Seeed H₂S sensor, Arduino Opta (Modbus RTU / MQTT Parc)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Raspberry Pi 4 + Sequent SM-I-001 via HAL native plugin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Commissioning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1. Drivers — connect hardware or apply device template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2. Tags — verify I/O mapping, scaling, and alarm limits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3. Program — edit ST, Validate, Start runtime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4. Tags → Force — override I/O while debugging with Program trace open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5. HMI — compose screens and bindings; Apply HMI settings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6. Historian — configure pens; optional MongoDB for archive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7. Save project — export .est for deployment or backup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MVP Suite (est-pc) — full desktop app, Windows/Linux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 MVP (mooreview-st-mvp) — embedded Linux, API only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MV Client (mooreview-client) — UI only, connects to remote server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Cloud server (mooreview-cloud) — headless Linux server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Create forks: powershell -File scripts/create-product-forks.ps1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vs embedded est — OpenWrt edge PLC with LuCI/minimal GUI and WebSocket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MooreVIEW MVP Suite — one app for PLC logic, I/O, HMI, historian, alarms, and PdM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Browser-based operator UI with professional HMI composer and symbol library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Modbus, MQTT, HTTPS, HAL, and device templates for rapid hardware integration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Portable .est projects for backup, migration, and version control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Next: npm start → configure drivers → validate ST → compose HMI → go live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Documentation: README.md, docs/HAL.md, docs/PRODUCT_FORKS.md, in-app Help (F1)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